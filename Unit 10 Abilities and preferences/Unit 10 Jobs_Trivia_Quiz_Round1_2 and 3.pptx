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Draw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down the top 3 most popular part-time jobs for students in Japan (2025).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Draw Prediction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✅ Top 3 Answers:</a:t>
            </a:r>
          </a:p>
          <a:p>
            <a:r>
              <a:t>1. レストランスタッフ (Restaurant staff)</a:t>
            </a:r>
          </a:p>
          <a:p>
            <a:r>
              <a:t>2. コンビニてんいん (Convenience store clerk)</a:t>
            </a:r>
          </a:p>
          <a:p>
            <a:r>
              <a:t>3. カフェスタッフ (Cafe staff)</a:t>
            </a:r>
          </a:p>
          <a:p>
            <a:endParaRPr/>
          </a:p>
          <a:p>
            <a:r>
              <a:t>バイト = part-time job (from German 'arbeit')</a:t>
            </a:r>
          </a:p>
          <a:p>
            <a:r>
              <a:t>Many students choose jobs for atmosphere, not just pay!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Odd One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job is NOT a common part-time job in Japan?</a:t>
            </a:r>
          </a:p>
          <a:p>
            <a:r>
              <a:t>A. コンビニてんいん</a:t>
            </a:r>
          </a:p>
          <a:p>
            <a:r>
              <a:t>B. プロゲーマー</a:t>
            </a:r>
          </a:p>
          <a:p>
            <a:r>
              <a:t>C. カフェスタッフ</a:t>
            </a:r>
          </a:p>
          <a:p>
            <a:r>
              <a:t>D. アパレルてんいん (fashion retail)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Odd One Out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Answer: B. プロゲーマー</a:t>
            </a:r>
          </a:p>
          <a:p>
            <a:endParaRPr/>
          </a:p>
          <a:p>
            <a:r>
              <a:t>🎙️ While gaming is huge in Japan, being a pro gamer is not a common part-time job.</a:t>
            </a:r>
          </a:p>
          <a:p>
            <a:r>
              <a:t>It's more of a dream career, not a student side job.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Country? 🇯🇵 or 🇦🇺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which country is this part-time job more common for students?</a:t>
            </a:r>
          </a:p>
          <a:p>
            <a:r>
              <a:t>家庭教師 (private tutor)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Country? 🇯🇵 or 🇦🇺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Answer: BOTH, but especially JAPAN 🇯🇵</a:t>
            </a:r>
          </a:p>
          <a:p>
            <a:endParaRPr/>
          </a:p>
          <a:p>
            <a:r>
              <a:t>Japanese students often study outside school (じゅく, cram school),</a:t>
            </a:r>
          </a:p>
          <a:p>
            <a:r>
              <a:t>so tutoring is a popular and flexible バイト.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 It!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 these from MOST to LEAST common part-time jobs in Japan:</a:t>
            </a:r>
          </a:p>
          <a:p>
            <a:r>
              <a:t>- カフェスタッフ</a:t>
            </a:r>
          </a:p>
          <a:p>
            <a:r>
              <a:t>- 本やのてんいん (bookstore clerk)</a:t>
            </a:r>
          </a:p>
          <a:p>
            <a:r>
              <a:t>- コンビニてんいん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 It! 📊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Correct Order:</a:t>
            </a:r>
          </a:p>
          <a:p>
            <a:r>
              <a:t>1. コンビニてんいん</a:t>
            </a:r>
          </a:p>
          <a:p>
            <a:r>
              <a:t>2. カフェスタッフ</a:t>
            </a:r>
          </a:p>
          <a:p>
            <a:r>
              <a:t>3. 本やのてんいん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Match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Takeshi is a </a:t>
            </a:r>
            <a:r>
              <a:rPr dirty="0" err="1"/>
              <a:t>uni</a:t>
            </a:r>
            <a:r>
              <a:rPr dirty="0"/>
              <a:t> student who wants a chill job,</a:t>
            </a:r>
          </a:p>
          <a:p>
            <a:r>
              <a:rPr dirty="0"/>
              <a:t>likes stylish spaces, and doesn’t want to do cooking.</a:t>
            </a:r>
          </a:p>
          <a:p>
            <a:endParaRPr dirty="0"/>
          </a:p>
          <a:p>
            <a:r>
              <a:rPr dirty="0"/>
              <a:t>Which </a:t>
            </a:r>
            <a:r>
              <a:rPr dirty="0" err="1"/>
              <a:t>バイト</a:t>
            </a:r>
            <a:r>
              <a:rPr dirty="0"/>
              <a:t> is best?</a:t>
            </a:r>
          </a:p>
          <a:p>
            <a:r>
              <a:rPr dirty="0"/>
              <a:t>A. </a:t>
            </a:r>
            <a:r>
              <a:rPr dirty="0" err="1"/>
              <a:t>ファストフードてんいん</a:t>
            </a:r>
            <a:endParaRPr dirty="0"/>
          </a:p>
          <a:p>
            <a:r>
              <a:rPr dirty="0"/>
              <a:t>B. </a:t>
            </a:r>
            <a:r>
              <a:rPr dirty="0" err="1"/>
              <a:t>カフェスタッフ</a:t>
            </a:r>
            <a:endParaRPr dirty="0"/>
          </a:p>
          <a:p>
            <a:r>
              <a:rPr dirty="0"/>
              <a:t>C. </a:t>
            </a:r>
            <a:r>
              <a:rPr dirty="0" err="1"/>
              <a:t>スーパーのしょくひんぶ</a:t>
            </a:r>
            <a:endParaRPr dirty="0"/>
          </a:p>
          <a:p>
            <a:r>
              <a:rPr dirty="0"/>
              <a:t>D. </a:t>
            </a:r>
            <a:r>
              <a:rPr dirty="0" err="1"/>
              <a:t>レストランの</a:t>
            </a:r>
            <a:r>
              <a:rPr lang="ja-JP" altLang="en-US" dirty="0"/>
              <a:t>キチン</a:t>
            </a:r>
            <a:r>
              <a:rPr dirty="0" err="1"/>
              <a:t>スタッフ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Match 🎯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Answer: B. カフェスタッフ</a:t>
            </a:r>
          </a:p>
          <a:p>
            <a:endParaRPr/>
          </a:p>
          <a:p>
            <a:r>
              <a:t>🧠 カフェ jobs are seen as おしゃれ (stylish),</a:t>
            </a:r>
          </a:p>
          <a:p>
            <a:r>
              <a:t>and students like the vibe. Less greasy than fast food too!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63306"/>
          </a:xfrm>
        </p:spPr>
        <p:txBody>
          <a:bodyPr>
            <a:normAutofit/>
          </a:bodyPr>
          <a:lstStyle/>
          <a:p>
            <a:pPr algn="l"/>
            <a:r>
              <a:rPr lang="en-AU" u="sng" dirty="0">
                <a:solidFill>
                  <a:srgbClr val="00B0F0"/>
                </a:solidFill>
              </a:rPr>
              <a:t>ROUND TWO</a:t>
            </a:r>
            <a:br>
              <a:rPr lang="en-AU" dirty="0"/>
            </a:br>
            <a:r>
              <a:rPr dirty="0"/>
              <a:t>Quick Draw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41448"/>
            <a:ext cx="8229600" cy="4525963"/>
          </a:xfrm>
        </p:spPr>
        <p:txBody>
          <a:bodyPr/>
          <a:lstStyle/>
          <a:p>
            <a:r>
              <a:rPr dirty="0"/>
              <a:t>Write down 3 of the most </a:t>
            </a:r>
            <a:r>
              <a:rPr dirty="0" err="1"/>
              <a:t>desir</a:t>
            </a:r>
            <a:r>
              <a:rPr lang="en-AU" dirty="0"/>
              <a:t>able</a:t>
            </a:r>
            <a:r>
              <a:rPr lang="ja-JP" altLang="en-AU" dirty="0"/>
              <a:t>（</a:t>
            </a:r>
            <a:r>
              <a:rPr lang="en-AU" altLang="ja-JP" dirty="0"/>
              <a:t>future career)</a:t>
            </a:r>
            <a:r>
              <a:rPr dirty="0"/>
              <a:t> jobs for high school students in Japan.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Draw Prediction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Example Answers:</a:t>
            </a:r>
          </a:p>
          <a:p>
            <a:r>
              <a:t>1. 会社員 (Company worker)</a:t>
            </a:r>
          </a:p>
          <a:p>
            <a:r>
              <a:t>2. 公務員 (Public servant)</a:t>
            </a:r>
          </a:p>
          <a:p>
            <a:r>
              <a:t>3. エンジニア / プログラマー (Engineer / Programmer)</a:t>
            </a:r>
          </a:p>
          <a:p>
            <a:r>
              <a:t>4. 先生 (Teacher)</a:t>
            </a:r>
          </a:p>
          <a:p>
            <a:r>
              <a:t>5. 医者 (Doctor)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0BCA2BE3-0B56-D4F6-DC76-1B3F0D4E8F6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98464" y="-674370"/>
              <a:ext cx="2286000" cy="1714500"/>
            </p:xfrm>
            <a:graphic>
              <a:graphicData uri="http://schemas.microsoft.com/office/powerpoint/2016/slidezoom">
                <pslz:sldZm>
                  <pslz:sldZmObj sldId="256" cId="0">
                    <pslz:zmPr id="{8B8504AD-817C-43CD-BA2A-0B08F125CACE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BCA2BE3-0B56-D4F6-DC76-1B3F0D4E8F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98464" y="-674370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Odd One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these is NOT a top 5 desirable career for Australian high schoolers?</a:t>
            </a:r>
          </a:p>
          <a:p>
            <a:r>
              <a:t>A. Doctor/Nurse</a:t>
            </a:r>
          </a:p>
          <a:p>
            <a:r>
              <a:t>B. Influencer</a:t>
            </a:r>
          </a:p>
          <a:p>
            <a:r>
              <a:t>C. Teacher</a:t>
            </a:r>
          </a:p>
          <a:p>
            <a:r>
              <a:t>D. Engineer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Odd One Out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Answer: B. Influencer</a:t>
            </a:r>
          </a:p>
          <a:p>
            <a:endParaRPr/>
          </a:p>
          <a:p>
            <a:r>
              <a:t>🎙️ While some teens dream of becoming influencers, it's not in the top 5 listed</a:t>
            </a:r>
          </a:p>
          <a:p>
            <a:r>
              <a:t>for career aspirations in Australia. Most students aim for jobs with stability.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 It!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Rank these from MOST to LEAST popular among Japanese students:</a:t>
            </a:r>
          </a:p>
          <a:p>
            <a:r>
              <a:rPr dirty="0"/>
              <a:t>- </a:t>
            </a:r>
            <a:r>
              <a:rPr dirty="0" err="1"/>
              <a:t>医者</a:t>
            </a:r>
            <a:r>
              <a:rPr lang="en-AU" dirty="0"/>
              <a:t> </a:t>
            </a:r>
            <a:r>
              <a:rPr lang="ja-JP" altLang="en-US" dirty="0"/>
              <a:t>　　　いしゃ</a:t>
            </a:r>
            <a:endParaRPr dirty="0"/>
          </a:p>
          <a:p>
            <a:r>
              <a:rPr dirty="0"/>
              <a:t>- </a:t>
            </a:r>
            <a:r>
              <a:rPr dirty="0" err="1"/>
              <a:t>会社員</a:t>
            </a:r>
            <a:r>
              <a:rPr lang="ja-JP" altLang="en-US" dirty="0"/>
              <a:t>　　かいしゃいん</a:t>
            </a:r>
            <a:endParaRPr dirty="0"/>
          </a:p>
          <a:p>
            <a:r>
              <a:rPr dirty="0"/>
              <a:t>- </a:t>
            </a:r>
            <a:r>
              <a:rPr dirty="0" err="1"/>
              <a:t>公務員</a:t>
            </a:r>
            <a:r>
              <a:rPr lang="ja-JP" altLang="en-US" dirty="0"/>
              <a:t>　　こうむいん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 It! 📊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Correct Order:</a:t>
            </a:r>
          </a:p>
          <a:p>
            <a:r>
              <a:t>1. 会社員</a:t>
            </a:r>
          </a:p>
          <a:p>
            <a:r>
              <a:t>2. 公務員</a:t>
            </a:r>
          </a:p>
          <a:p>
            <a:r>
              <a:t>3. 医者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Country?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which country is 'Creative Professional (Content creator, YouTuber)' more popular among teens?</a:t>
            </a:r>
          </a:p>
          <a:p>
            <a:r>
              <a:t>A. Japan</a:t>
            </a:r>
          </a:p>
          <a:p>
            <a:r>
              <a:t>B. Australia</a:t>
            </a:r>
          </a:p>
          <a:p>
            <a:r>
              <a:t>C. Both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Country?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Answer: B. Australia 🇦🇺</a:t>
            </a:r>
          </a:p>
          <a:p>
            <a:endParaRPr/>
          </a:p>
          <a:p>
            <a:r>
              <a:t>Creative careers rank higher among Australian students.</a:t>
            </a:r>
          </a:p>
          <a:p>
            <a:r>
              <a:t>In Japan, traditional jobs like teacher and public servant are still more common.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Odd One Out – Future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these is NOT a realistic job of the future?</a:t>
            </a:r>
          </a:p>
          <a:p>
            <a:r>
              <a:t>A. AI Developer</a:t>
            </a:r>
          </a:p>
          <a:p>
            <a:r>
              <a:t>B. Drone Operator</a:t>
            </a:r>
          </a:p>
          <a:p>
            <a:r>
              <a:t>C. Volcano Cleaner</a:t>
            </a:r>
          </a:p>
          <a:p>
            <a:r>
              <a:t>D. Environmental Analyst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Odd One Out – Future Jobs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Answer: C. Volcano Cleaner 🌋</a:t>
            </a:r>
          </a:p>
          <a:p>
            <a:endParaRPr/>
          </a:p>
          <a:p>
            <a:r>
              <a:t>While it sounds exciting, it's not a recognised or growing career path.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AU" u="sng" dirty="0">
                <a:solidFill>
                  <a:srgbClr val="00B0F0"/>
                </a:solidFill>
              </a:rPr>
              <a:t>ROUND THREE (2 questions) </a:t>
            </a:r>
            <a:br>
              <a:rPr lang="en-AU" u="sng" dirty="0">
                <a:solidFill>
                  <a:srgbClr val="00B0F0"/>
                </a:solidFill>
              </a:rPr>
            </a:br>
            <a:r>
              <a:rPr dirty="0"/>
              <a:t>Quick Draw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down 2 unusual or interesting part-time jobs that students can do in Japan.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Draw Challenge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Example Answers:</a:t>
            </a:r>
          </a:p>
          <a:p>
            <a:r>
              <a:t>- カラオケボックスのスタッフ (Karaoke booth staff)</a:t>
            </a:r>
          </a:p>
          <a:p>
            <a:r>
              <a:t>- アイスクリームショップのスタッフ (Ice cream shop worker)</a:t>
            </a:r>
          </a:p>
          <a:p>
            <a:r>
              <a:t>- テーマパークスタッフ (Theme park staff)</a:t>
            </a:r>
          </a:p>
          <a:p>
            <a:r>
              <a:t>- ゲームセンターのスタッフ (Arcade worker)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or Fake? 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 this a real job in Japan?</a:t>
            </a:r>
          </a:p>
          <a:p>
            <a:r>
              <a:t>『Gift Wrapper (seasonal)』 – People hired only during Christmas/New Year season</a:t>
            </a:r>
          </a:p>
          <a:p>
            <a:r>
              <a:t>A. Real</a:t>
            </a:r>
          </a:p>
          <a:p>
            <a:r>
              <a:t>B. Fake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or Fake? 🧐 –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Answer: A. Real 🎁</a:t>
            </a:r>
          </a:p>
          <a:p>
            <a:endParaRPr/>
          </a:p>
          <a:p>
            <a:r>
              <a:t>Seasonal gift wrapping jobs are common in Japan, especially in department stores.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5005</TotalTime>
  <Words>781</Words>
  <Application>Microsoft Office PowerPoint</Application>
  <PresentationFormat>On-screen Show (4:3)</PresentationFormat>
  <Paragraphs>120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Quick Draw Prediction</vt:lpstr>
      <vt:lpstr>Quick Draw Prediction – Answer</vt:lpstr>
      <vt:lpstr>Odd One Out</vt:lpstr>
      <vt:lpstr>Odd One Out – Answer</vt:lpstr>
      <vt:lpstr>Which Country? 🇯🇵 or 🇦🇺</vt:lpstr>
      <vt:lpstr>Which Country? 🇯🇵 or 🇦🇺 – Answer</vt:lpstr>
      <vt:lpstr>Rank It! 📊</vt:lpstr>
      <vt:lpstr>Rank It! 📊 – Answer</vt:lpstr>
      <vt:lpstr>Best Match 🎯</vt:lpstr>
      <vt:lpstr>Best Match 🎯 – Answer</vt:lpstr>
      <vt:lpstr>ROUND TWO Quick Draw Prediction</vt:lpstr>
      <vt:lpstr>Quick Draw Prediction – Answer</vt:lpstr>
      <vt:lpstr>Odd One Out</vt:lpstr>
      <vt:lpstr>Odd One Out – Answer</vt:lpstr>
      <vt:lpstr>Rank It! 📊</vt:lpstr>
      <vt:lpstr>Rank It! 📊 – Answer</vt:lpstr>
      <vt:lpstr>Which Country?</vt:lpstr>
      <vt:lpstr>Which Country? – Answer</vt:lpstr>
      <vt:lpstr>Odd One Out – Future Jobs</vt:lpstr>
      <vt:lpstr>Odd One Out – Future Jobs – Answer</vt:lpstr>
      <vt:lpstr>ROUND THREE (2 questions)  Quick Draw Challenge</vt:lpstr>
      <vt:lpstr>Quick Draw Challenge – Answer</vt:lpstr>
      <vt:lpstr>Real or Fake? 🧐</vt:lpstr>
      <vt:lpstr>Real or Fake? 🧐 – Answer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Andrew CERINI</dc:creator>
  <cp:keywords/>
  <dc:description>generated using python-pptx</dc:description>
  <cp:lastModifiedBy>Andrew CERINI</cp:lastModifiedBy>
  <cp:revision>2</cp:revision>
  <dcterms:created xsi:type="dcterms:W3CDTF">2013-01-27T09:14:16Z</dcterms:created>
  <dcterms:modified xsi:type="dcterms:W3CDTF">2025-06-28T10:06:19Z</dcterms:modified>
  <cp:category/>
</cp:coreProperties>
</file>