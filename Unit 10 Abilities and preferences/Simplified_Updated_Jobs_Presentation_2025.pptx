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9" r:id="rId4"/>
    <p:sldId id="257" r:id="rId5"/>
    <p:sldId id="260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75B222-56A6-466C-8111-0B5914B14BB0}" v="14" dt="2024-07-15T12:56:21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0407-515F-AE09-BFB9-7EA5FA705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09EDD1-DB36-7EA1-AA23-398DAAE7C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17D3E-7517-B466-B456-EF4CFF49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C6F5-FF43-4513-876A-AF3DA2B6B735}" type="datetimeFigureOut">
              <a:rPr lang="en-AU" smtClean="0"/>
              <a:t>24/06/2025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DD844-C184-0BCA-5F50-A9CFF4861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4C66B-B36C-2FFC-F993-8E1623716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FC84-E180-4D23-95C3-C20119D38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927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DD405-64C5-8F9F-C9DF-1D179087A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8BF33-ADB9-5659-E492-B7826AD80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15B4E-491B-D447-DB1D-FE4719E5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C6F5-FF43-4513-876A-AF3DA2B6B735}" type="datetimeFigureOut">
              <a:rPr lang="en-AU" smtClean="0"/>
              <a:t>24/06/2025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2B685-CF10-D2FC-4AA4-C0E7F769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F5047-7EAE-CDF4-A62C-EFB2C6CC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FC84-E180-4D23-95C3-C20119D38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225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2BE3-E5EE-5318-4C88-21E64EAA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F3A67-972A-8FB2-8673-117BF416A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924D4-6D5E-CC36-E4F0-BC7B72D9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C6F5-FF43-4513-876A-AF3DA2B6B735}" type="datetimeFigureOut">
              <a:rPr lang="en-AU" smtClean="0"/>
              <a:t>24/06/2025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8291D-2948-DE6F-D5DB-1B3BE15A3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EE116-0E09-0BEB-DFF6-D408C37B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FC84-E180-4D23-95C3-C20119D38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337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72E11-15FA-893E-9DBB-61E1E9DA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BDF92-FF4E-817E-494B-2D5563F13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33601-12D8-4343-A5B2-E7BD0CDA5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DC7CB-0D5D-6FD1-5C7B-BD5FA30CC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C6F5-FF43-4513-876A-AF3DA2B6B735}" type="datetimeFigureOut">
              <a:rPr lang="en-AU" smtClean="0"/>
              <a:t>24/06/2025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DAD68-F33B-16FF-4E48-6681B417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733D4-D3C6-4371-7449-53F2BF4C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FC84-E180-4D23-95C3-C20119D38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4468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E3BD4-9540-D97C-B3A8-0C7BFB3E8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8DA29-015B-B1B8-4ABB-DB2634019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3ED12-0C7A-D87E-9DD5-6BDADFF7B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9B76E3-5AC0-07C6-8898-0752BFFBF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11657-944C-2E3C-8598-71DB46A67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7899C7-8795-A635-6ADD-EC4A735E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C6F5-FF43-4513-876A-AF3DA2B6B735}" type="datetimeFigureOut">
              <a:rPr lang="en-AU" smtClean="0"/>
              <a:t>24/06/2025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9B89B4-A079-4988-A412-57B3344C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C5D89-3321-95D2-8612-CF2A33A1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FC84-E180-4D23-95C3-C20119D38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5254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75AFD-9001-08A8-DF9C-6F7F5DE0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6A8CE-55A4-0810-C80A-7B90FAED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C6F5-FF43-4513-876A-AF3DA2B6B735}" type="datetimeFigureOut">
              <a:rPr lang="en-AU" smtClean="0"/>
              <a:t>24/06/2025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F2EF15-9A54-FC77-2430-A3B928C2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EFC84-B919-7CCA-8D0C-CB0083A1C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FC84-E180-4D23-95C3-C20119D38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305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66C71-A5ED-8A6C-3259-B2529D4C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C6F5-FF43-4513-876A-AF3DA2B6B735}" type="datetimeFigureOut">
              <a:rPr lang="en-AU" smtClean="0"/>
              <a:t>24/06/2025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331EDA-9BCB-6A65-023E-CB964B641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B4C3A-E73A-9667-4797-127FBA0C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FC84-E180-4D23-95C3-C20119D38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92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1193-32BE-BAFA-C48C-E6626744C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7F352-5E09-F355-73E2-AA52BCD98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FADF3-F383-C8C4-9D06-EEFF63B25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43B0B-A6B6-09CE-A267-5D694747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C6F5-FF43-4513-876A-AF3DA2B6B735}" type="datetimeFigureOut">
              <a:rPr lang="en-AU" smtClean="0"/>
              <a:t>24/06/2025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ACA07-B616-46CA-288E-EE6BC3545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684B5-D377-CD4A-05D2-52B9824F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FC84-E180-4D23-95C3-C20119D38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429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BF5B-EFDF-1E70-CD98-2A2815D3B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82B583-9865-979C-E20E-F8C0126AC0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FBA81-DDD9-B935-DF36-4FAC2FC3F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0B1DC-9F22-1D57-F0CA-6D1B16E8C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C6F5-FF43-4513-876A-AF3DA2B6B735}" type="datetimeFigureOut">
              <a:rPr lang="en-AU" smtClean="0"/>
              <a:t>24/06/2025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0671B-B765-1400-246B-89E3C31B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EB1D4-507D-FD36-FDE8-6BEA9697D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FC84-E180-4D23-95C3-C20119D38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075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A8E68-D530-BF5F-03C0-4ED644FF7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8CA87-EB75-60E6-A522-D646185AA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719BE-4D37-A348-CE21-823B60C96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C6F5-FF43-4513-876A-AF3DA2B6B735}" type="datetimeFigureOut">
              <a:rPr lang="en-AU" smtClean="0"/>
              <a:t>24/06/2025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1788F-58FF-A7FD-656B-454E727D8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BB06A-B7F8-5D69-30AA-B9C9AF057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FC84-E180-4D23-95C3-C20119D38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193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CFF0C-0A2E-8F33-DBA4-D953F9D30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178CB-0608-6FA8-C68C-0541FF639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D0F97-D2D8-9647-4FAC-83247A5B3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C6F5-FF43-4513-876A-AF3DA2B6B735}" type="datetimeFigureOut">
              <a:rPr lang="en-AU" smtClean="0"/>
              <a:t>24/06/2025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09159-68C8-7412-1ABF-1FE70AC17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E5392-ED32-DE04-5FE9-35FCF54F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FC84-E180-4D23-95C3-C20119D38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601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D2604-638D-44C6-1C3E-B7B2C7B9E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F088A-45A7-8994-065C-8F9175ECF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E5ADC-7DA0-C51B-F82F-6C19826FE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FC6F5-FF43-4513-876A-AF3DA2B6B735}" type="datetimeFigureOut">
              <a:rPr lang="en-AU" smtClean="0"/>
              <a:t>24/06/2025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E8CA1-3725-0CCF-3D75-BBFA43DBB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4CBCA-45E7-BAB4-B875-68BD801BB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7FC84-E180-4D23-95C3-C20119D38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127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3763-7120-5920-A41E-29C9366171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>
                <a:latin typeface="NtMotoyaKyotai" panose="02020400000000000000" pitchFamily="18" charset="-128"/>
                <a:ea typeface="NtMotoyaKyotai" panose="02020400000000000000" pitchFamily="18" charset="-128"/>
              </a:rPr>
              <a:t>しごと</a:t>
            </a:r>
            <a:br>
              <a:rPr lang="en-AU" altLang="ja-JP" dirty="0">
                <a:latin typeface="NtMotoyaKyotai" panose="02020400000000000000" pitchFamily="18" charset="-128"/>
                <a:ea typeface="NtMotoyaKyotai" panose="02020400000000000000" pitchFamily="18" charset="-128"/>
              </a:rPr>
            </a:br>
            <a:r>
              <a:rPr lang="ja-JP" altLang="en-US" dirty="0">
                <a:latin typeface="NtMotoyaKyotai" panose="02020400000000000000" pitchFamily="18" charset="-128"/>
                <a:ea typeface="NtMotoyaKyotai" panose="02020400000000000000" pitchFamily="18" charset="-128"/>
              </a:rPr>
              <a:t>仕事</a:t>
            </a:r>
            <a:endParaRPr lang="en-AU" dirty="0">
              <a:latin typeface="NtMotoyaKyotai" panose="02020400000000000000" pitchFamily="18" charset="-128"/>
              <a:ea typeface="NtMotoyaKyotai" panose="02020400000000000000" pitchFamily="18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BBB73-7AF2-0CA2-3E01-977D0C7915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work</a:t>
            </a:r>
          </a:p>
        </p:txBody>
      </p:sp>
    </p:spTree>
    <p:extLst>
      <p:ext uri="{BB962C8B-B14F-4D97-AF65-F5344CB8AC3E}">
        <p14:creationId xmlns:p14="http://schemas.microsoft.com/office/powerpoint/2010/main" val="401128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CD3C0-FEE0-E1B9-B3CF-EA76650C0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082"/>
          </a:xfrm>
        </p:spPr>
        <p:txBody>
          <a:bodyPr>
            <a:normAutofit fontScale="90000"/>
          </a:bodyPr>
          <a:lstStyle/>
          <a:p>
            <a:r>
              <a:t>人気のアルバイト（日本） Top Part-Time Jobs in Japan (2025)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0B2FB-64A5-E2C6-C500-5E664960A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176" y="1471748"/>
            <a:ext cx="3154680" cy="4781006"/>
          </a:xfrm>
        </p:spPr>
        <p:txBody>
          <a:bodyPr>
            <a:normAutofit fontScale="92500" lnSpcReduction="10000"/>
          </a:bodyPr>
          <a:lstStyle/>
          <a:p>
            <a:r>
              <a:t>1. レストランスタッフ (Restaurant staff)</a:t>
            </a:r>
          </a:p>
          <a:p>
            <a:r>
              <a:t>2. コンビニ店員 (Convenience store clerk)</a:t>
            </a:r>
          </a:p>
          <a:p>
            <a:r>
              <a:t>3. カフェスタッフ (Cafe staff)</a:t>
            </a:r>
          </a:p>
          <a:p>
            <a:r>
              <a:t>4. 家庭教師 (Private tutor)</a:t>
            </a:r>
          </a:p>
          <a:p>
            <a:r>
              <a:t>5. アパレル店員 (Fashion retail assistant)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FE6D1-3D3C-FEA4-E887-08FEBB85FB49}"/>
              </a:ext>
            </a:extLst>
          </p:cNvPr>
          <p:cNvSpPr txBox="1"/>
          <p:nvPr/>
        </p:nvSpPr>
        <p:spPr>
          <a:xfrm>
            <a:off x="3039290" y="1393372"/>
            <a:ext cx="28389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/>
              <a:t>13. Dog walker</a:t>
            </a:r>
          </a:p>
          <a:p>
            <a:pPr marL="0" indent="0">
              <a:buNone/>
            </a:pPr>
            <a:r>
              <a:rPr lang="en-AU" dirty="0"/>
              <a:t>14. Food delivery driver</a:t>
            </a:r>
          </a:p>
          <a:p>
            <a:pPr marL="0" indent="0">
              <a:buNone/>
            </a:pPr>
            <a:r>
              <a:rPr lang="en-AU" dirty="0"/>
              <a:t>15. Newspaper delivery</a:t>
            </a:r>
          </a:p>
          <a:p>
            <a:pPr marL="0" indent="0">
              <a:buNone/>
            </a:pPr>
            <a:r>
              <a:rPr lang="en-AU" dirty="0"/>
              <a:t>16. Library assistant</a:t>
            </a:r>
          </a:p>
          <a:p>
            <a:pPr marL="0" indent="0">
              <a:buNone/>
            </a:pPr>
            <a:r>
              <a:rPr lang="en-AU" dirty="0"/>
              <a:t>17. Gym attendant</a:t>
            </a:r>
          </a:p>
          <a:p>
            <a:pPr marL="0" indent="0">
              <a:buNone/>
            </a:pPr>
            <a:r>
              <a:rPr lang="en-AU" dirty="0"/>
              <a:t>18. Theme park staff</a:t>
            </a:r>
          </a:p>
          <a:p>
            <a:pPr marL="0" indent="0">
              <a:buNone/>
            </a:pPr>
            <a:r>
              <a:rPr lang="en-AU" dirty="0"/>
              <a:t>19. Ice cream shop server</a:t>
            </a:r>
          </a:p>
          <a:p>
            <a:pPr marL="0" indent="0">
              <a:buNone/>
            </a:pPr>
            <a:r>
              <a:rPr lang="en-AU" dirty="0"/>
              <a:t>20. Bakery assistant</a:t>
            </a:r>
          </a:p>
          <a:p>
            <a:pPr marL="0" indent="0">
              <a:buNone/>
            </a:pPr>
            <a:r>
              <a:rPr lang="en-AU" dirty="0"/>
              <a:t>21. Pet shop assistant</a:t>
            </a:r>
          </a:p>
          <a:p>
            <a:pPr marL="0" indent="0">
              <a:buNone/>
            </a:pPr>
            <a:r>
              <a:rPr lang="en-AU" dirty="0"/>
              <a:t>22. Florist assistant</a:t>
            </a:r>
          </a:p>
          <a:p>
            <a:pPr marL="0" indent="0">
              <a:buNone/>
            </a:pPr>
            <a:r>
              <a:rPr lang="en-AU" dirty="0"/>
              <a:t>23. Car park attendant</a:t>
            </a:r>
          </a:p>
          <a:p>
            <a:pPr marL="0" indent="0">
              <a:buNone/>
            </a:pPr>
            <a:r>
              <a:rPr lang="en-AU" dirty="0"/>
              <a:t>24. Hotel housekeeping staff</a:t>
            </a:r>
          </a:p>
          <a:p>
            <a:pPr marL="0" indent="0">
              <a:buNone/>
            </a:pPr>
            <a:r>
              <a:rPr lang="en-AU" dirty="0"/>
              <a:t>25. Data entry clerk</a:t>
            </a:r>
          </a:p>
          <a:p>
            <a:pPr marL="0" indent="0">
              <a:buNone/>
            </a:pPr>
            <a:r>
              <a:rPr lang="en-AU" dirty="0"/>
              <a:t>26. Social media assistant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7A4BBA-9D0B-0CC0-4479-C6564C483917}"/>
              </a:ext>
            </a:extLst>
          </p:cNvPr>
          <p:cNvSpPr txBox="1"/>
          <p:nvPr/>
        </p:nvSpPr>
        <p:spPr>
          <a:xfrm>
            <a:off x="5799909" y="1406206"/>
            <a:ext cx="32918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/>
              <a:t>27. Photography assistant</a:t>
            </a:r>
          </a:p>
          <a:p>
            <a:pPr marL="0" indent="0">
              <a:buNone/>
            </a:pPr>
            <a:r>
              <a:rPr lang="en-AU" dirty="0"/>
              <a:t>28. Sports coach / Referee</a:t>
            </a:r>
          </a:p>
          <a:p>
            <a:pPr marL="0" indent="0">
              <a:buNone/>
            </a:pPr>
            <a:r>
              <a:rPr lang="en-AU" dirty="0"/>
              <a:t>29. Music teacher (for beginners)</a:t>
            </a:r>
          </a:p>
          <a:p>
            <a:pPr marL="0" indent="0">
              <a:buNone/>
            </a:pPr>
            <a:r>
              <a:rPr lang="en-AU" dirty="0"/>
              <a:t>30. Art class assistant</a:t>
            </a:r>
          </a:p>
          <a:p>
            <a:pPr marL="0" indent="0">
              <a:buNone/>
            </a:pPr>
            <a:r>
              <a:rPr lang="en-AU" dirty="0"/>
              <a:t>31. Swimming instructor</a:t>
            </a:r>
          </a:p>
          <a:p>
            <a:pPr marL="0" indent="0">
              <a:buNone/>
            </a:pPr>
            <a:r>
              <a:rPr lang="en-AU" dirty="0"/>
              <a:t>32. Golf caddy</a:t>
            </a:r>
          </a:p>
          <a:p>
            <a:pPr marL="0" indent="0">
              <a:buNone/>
            </a:pPr>
            <a:r>
              <a:rPr lang="en-AU" dirty="0"/>
              <a:t>33. Kitchen hand</a:t>
            </a:r>
          </a:p>
          <a:p>
            <a:pPr marL="0" indent="0">
              <a:buNone/>
            </a:pPr>
            <a:r>
              <a:rPr lang="en-AU" dirty="0"/>
              <a:t>34. Dishwasher</a:t>
            </a:r>
          </a:p>
          <a:p>
            <a:pPr marL="0" indent="0">
              <a:buNone/>
            </a:pPr>
            <a:r>
              <a:rPr lang="en-AU" dirty="0"/>
              <a:t>35. Farm hand / Fruit picker</a:t>
            </a:r>
          </a:p>
          <a:p>
            <a:pPr marL="0" indent="0">
              <a:buNone/>
            </a:pPr>
            <a:r>
              <a:rPr lang="en-AU" dirty="0"/>
              <a:t>36. Garden </a:t>
            </a:r>
            <a:r>
              <a:rPr lang="en-AU" dirty="0" err="1"/>
              <a:t>center</a:t>
            </a:r>
            <a:r>
              <a:rPr lang="en-AU" dirty="0"/>
              <a:t> assistant</a:t>
            </a:r>
          </a:p>
          <a:p>
            <a:pPr marL="0" indent="0">
              <a:buNone/>
            </a:pPr>
            <a:r>
              <a:rPr lang="en-AU" dirty="0"/>
              <a:t>37. Warehouse worker</a:t>
            </a:r>
          </a:p>
          <a:p>
            <a:pPr marL="0" indent="0">
              <a:buNone/>
            </a:pPr>
            <a:r>
              <a:rPr lang="en-AU" dirty="0"/>
              <a:t>38. Event staff</a:t>
            </a:r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B418ED-6AE8-E24F-1DAF-EADBCE71DDB8}"/>
              </a:ext>
            </a:extLst>
          </p:cNvPr>
          <p:cNvSpPr txBox="1"/>
          <p:nvPr/>
        </p:nvSpPr>
        <p:spPr>
          <a:xfrm>
            <a:off x="9013371" y="1332411"/>
            <a:ext cx="31786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/>
              <a:t>39. Usher at concerts or sporting events</a:t>
            </a:r>
          </a:p>
          <a:p>
            <a:pPr marL="0" indent="0">
              <a:buNone/>
            </a:pPr>
            <a:r>
              <a:rPr lang="en-AU" dirty="0"/>
              <a:t>40. Gift wrapper (seasonal)</a:t>
            </a:r>
          </a:p>
          <a:p>
            <a:pPr marL="0" indent="0">
              <a:buNone/>
            </a:pPr>
            <a:r>
              <a:rPr lang="en-AU" dirty="0"/>
              <a:t>41. Tour guide assistant</a:t>
            </a:r>
          </a:p>
          <a:p>
            <a:pPr marL="0" indent="0">
              <a:buNone/>
            </a:pPr>
            <a:r>
              <a:rPr lang="en-AU" dirty="0"/>
              <a:t>42. Telemarketer</a:t>
            </a:r>
          </a:p>
          <a:p>
            <a:pPr marL="0" indent="0">
              <a:buNone/>
            </a:pPr>
            <a:r>
              <a:rPr lang="en-AU" dirty="0"/>
              <a:t>43. Office assistant</a:t>
            </a:r>
          </a:p>
          <a:p>
            <a:pPr marL="0" indent="0">
              <a:buNone/>
            </a:pPr>
            <a:r>
              <a:rPr lang="en-AU" dirty="0"/>
              <a:t>44. Receptionist (part-time)</a:t>
            </a:r>
          </a:p>
          <a:p>
            <a:pPr marL="0" indent="0">
              <a:buNone/>
            </a:pPr>
            <a:r>
              <a:rPr lang="en-AU" dirty="0"/>
              <a:t>45. Cleaning staff</a:t>
            </a:r>
          </a:p>
          <a:p>
            <a:pPr marL="0" indent="0">
              <a:buNone/>
            </a:pPr>
            <a:r>
              <a:rPr lang="en-AU" dirty="0"/>
              <a:t>46. Laundromat attendant</a:t>
            </a:r>
          </a:p>
          <a:p>
            <a:pPr marL="0" indent="0">
              <a:buNone/>
            </a:pPr>
            <a:r>
              <a:rPr lang="en-AU" dirty="0"/>
              <a:t>47. Bike rental shop assistant</a:t>
            </a:r>
          </a:p>
          <a:p>
            <a:pPr marL="0" indent="0">
              <a:buNone/>
            </a:pPr>
            <a:r>
              <a:rPr lang="en-AU" dirty="0"/>
              <a:t>48. Arcade attendant</a:t>
            </a:r>
          </a:p>
          <a:p>
            <a:pPr marL="0" indent="0">
              <a:buNone/>
            </a:pPr>
            <a:r>
              <a:rPr lang="en-AU" dirty="0"/>
              <a:t>49. Karaoke booth staff</a:t>
            </a:r>
          </a:p>
          <a:p>
            <a:pPr marL="0" indent="0">
              <a:buNone/>
            </a:pPr>
            <a:r>
              <a:rPr lang="en-AU" dirty="0"/>
              <a:t>50. Valet parking attendant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593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8A39F-CB2E-2C03-F39B-BB7438DE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人気のアルバイト（オーストラリア）Top Part-Time Jobs in Australia (2025)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8B332-2BF2-BA8F-A725-96C6F265D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r>
              <a:rPr sz="3600" dirty="0"/>
              <a:t>1. </a:t>
            </a:r>
            <a:r>
              <a:rPr sz="3600" dirty="0" err="1"/>
              <a:t>小売店スタッフ</a:t>
            </a:r>
            <a:r>
              <a:rPr sz="3600" dirty="0"/>
              <a:t> (Retail assistant)</a:t>
            </a:r>
          </a:p>
          <a:p>
            <a:r>
              <a:rPr sz="3600" dirty="0"/>
              <a:t>2. </a:t>
            </a:r>
            <a:r>
              <a:rPr sz="3600" dirty="0" err="1"/>
              <a:t>ファストフード店スタッフ</a:t>
            </a:r>
            <a:r>
              <a:rPr sz="3600" dirty="0"/>
              <a:t> (Fast food worker)</a:t>
            </a:r>
          </a:p>
          <a:p>
            <a:r>
              <a:rPr sz="3600" dirty="0"/>
              <a:t>3. </a:t>
            </a:r>
            <a:r>
              <a:rPr sz="3600" dirty="0" err="1"/>
              <a:t>バリスタ</a:t>
            </a:r>
            <a:r>
              <a:rPr sz="3600" dirty="0"/>
              <a:t> (Barista)</a:t>
            </a:r>
          </a:p>
          <a:p>
            <a:r>
              <a:rPr sz="3600" dirty="0"/>
              <a:t>4. </a:t>
            </a:r>
            <a:r>
              <a:rPr sz="3600" dirty="0" err="1"/>
              <a:t>家庭教師</a:t>
            </a:r>
            <a:r>
              <a:rPr sz="3600" dirty="0"/>
              <a:t> (Tutor)</a:t>
            </a:r>
          </a:p>
          <a:p>
            <a:r>
              <a:rPr sz="3600" dirty="0"/>
              <a:t>5. </a:t>
            </a:r>
            <a:r>
              <a:rPr sz="3600" dirty="0" err="1"/>
              <a:t>カスタマーサービス</a:t>
            </a:r>
            <a:r>
              <a:rPr sz="3600" dirty="0"/>
              <a:t> (Customer service rep)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999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56D7-EFB5-6DA9-2E48-EF3A72172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人気のしごと（オーストラリア高校生）Desirable Jobs for Aussie Students (2025)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A2759-05EF-8601-4028-21FD89782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1. </a:t>
            </a:r>
            <a:r>
              <a:rPr sz="3200" dirty="0" err="1"/>
              <a:t>先生</a:t>
            </a:r>
            <a:r>
              <a:rPr sz="3200" dirty="0"/>
              <a:t> (Teacher)</a:t>
            </a:r>
          </a:p>
          <a:p>
            <a:r>
              <a:rPr sz="3200" dirty="0"/>
              <a:t>2. </a:t>
            </a:r>
            <a:r>
              <a:rPr sz="3200" dirty="0" err="1"/>
              <a:t>医者・看護師</a:t>
            </a:r>
            <a:r>
              <a:rPr sz="3200" dirty="0"/>
              <a:t> (Doctor/Nurse)</a:t>
            </a:r>
          </a:p>
          <a:p>
            <a:r>
              <a:rPr sz="3200" dirty="0"/>
              <a:t>3. </a:t>
            </a:r>
            <a:r>
              <a:rPr sz="3200" dirty="0" err="1"/>
              <a:t>エンジニア・プログラマ</a:t>
            </a:r>
            <a:r>
              <a:rPr sz="3200" dirty="0"/>
              <a:t>ー (Engineer/Programmer)</a:t>
            </a:r>
          </a:p>
          <a:p>
            <a:r>
              <a:rPr sz="3200" dirty="0"/>
              <a:t>4. </a:t>
            </a:r>
            <a:r>
              <a:rPr sz="3200" dirty="0" err="1"/>
              <a:t>ビジネスマン</a:t>
            </a:r>
            <a:r>
              <a:rPr sz="3200" dirty="0"/>
              <a:t> (Business professional)</a:t>
            </a:r>
          </a:p>
          <a:p>
            <a:r>
              <a:rPr sz="3200" dirty="0"/>
              <a:t>5. </a:t>
            </a:r>
            <a:r>
              <a:rPr sz="3200" dirty="0" err="1"/>
              <a:t>クリエイタ</a:t>
            </a:r>
            <a:r>
              <a:rPr sz="3200" dirty="0"/>
              <a:t>ー (Content creator)</a:t>
            </a:r>
          </a:p>
        </p:txBody>
      </p:sp>
    </p:spTree>
    <p:extLst>
      <p:ext uri="{BB962C8B-B14F-4D97-AF65-F5344CB8AC3E}">
        <p14:creationId xmlns:p14="http://schemas.microsoft.com/office/powerpoint/2010/main" val="159997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A7128-6857-3A96-FA69-F2E12D734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8" y="0"/>
            <a:ext cx="11345091" cy="1325563"/>
          </a:xfrm>
        </p:spPr>
        <p:txBody>
          <a:bodyPr/>
          <a:lstStyle/>
          <a:p>
            <a:r>
              <a:t>人気のしごと（日本の高校生）Desirable Jobs for Japanese Students (2025)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8CD34-1018-F524-598A-A9A879842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624"/>
            <a:ext cx="10515600" cy="5011347"/>
          </a:xfrm>
        </p:spPr>
        <p:txBody>
          <a:bodyPr>
            <a:normAutofit/>
          </a:bodyPr>
          <a:lstStyle/>
          <a:p>
            <a:r>
              <a:rPr dirty="0"/>
              <a:t>1. </a:t>
            </a:r>
            <a:r>
              <a:rPr dirty="0" err="1"/>
              <a:t>会社員</a:t>
            </a:r>
            <a:r>
              <a:rPr dirty="0"/>
              <a:t> (Company employee)</a:t>
            </a:r>
          </a:p>
          <a:p>
            <a:r>
              <a:rPr dirty="0"/>
              <a:t>2. </a:t>
            </a:r>
            <a:r>
              <a:rPr dirty="0" err="1"/>
              <a:t>公務員</a:t>
            </a:r>
            <a:r>
              <a:rPr dirty="0"/>
              <a:t> (Public servant)</a:t>
            </a:r>
          </a:p>
          <a:p>
            <a:r>
              <a:rPr dirty="0"/>
              <a:t>3. </a:t>
            </a:r>
            <a:r>
              <a:rPr dirty="0" err="1"/>
              <a:t>エンジニア・プログラマ</a:t>
            </a:r>
            <a:r>
              <a:rPr dirty="0"/>
              <a:t>ー (Engineer/Programmer)</a:t>
            </a:r>
          </a:p>
          <a:p>
            <a:r>
              <a:rPr dirty="0"/>
              <a:t>4. </a:t>
            </a:r>
            <a:r>
              <a:rPr dirty="0" err="1"/>
              <a:t>先生</a:t>
            </a:r>
            <a:r>
              <a:rPr dirty="0"/>
              <a:t> (Teacher)</a:t>
            </a:r>
          </a:p>
          <a:p>
            <a:r>
              <a:rPr dirty="0"/>
              <a:t>5. </a:t>
            </a:r>
            <a:r>
              <a:rPr dirty="0" err="1"/>
              <a:t>医者</a:t>
            </a:r>
            <a:r>
              <a:rPr dirty="0"/>
              <a:t> (Doctor)</a:t>
            </a:r>
          </a:p>
        </p:txBody>
      </p:sp>
    </p:spTree>
    <p:extLst>
      <p:ext uri="{BB962C8B-B14F-4D97-AF65-F5344CB8AC3E}">
        <p14:creationId xmlns:p14="http://schemas.microsoft.com/office/powerpoint/2010/main" val="261901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未来の仕事 Jobs of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・AIかいはつしゃ (AI Developer)</a:t>
            </a:r>
          </a:p>
          <a:p>
            <a:r>
              <a:t>・インフルエンサー (Influencer)</a:t>
            </a:r>
          </a:p>
          <a:p>
            <a:r>
              <a:t>・ドローンそうさし (Drone Operator)</a:t>
            </a:r>
          </a:p>
          <a:p>
            <a:r>
              <a:t>・かんきょうアナリスト (Environmental Analyst)</a:t>
            </a:r>
          </a:p>
          <a:p>
            <a:r>
              <a:t>・eスポーツコーチ (Esports Coach)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ゆめのしごと vs げんじつてきなしごと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4"/>
          </a:xfrm>
        </p:spPr>
        <p:txBody>
          <a:bodyPr>
            <a:normAutofit fontScale="92500" lnSpcReduction="20000"/>
          </a:bodyPr>
          <a:lstStyle/>
          <a:p>
            <a:r>
              <a:rPr dirty="0" err="1"/>
              <a:t>ゆめのしごと</a:t>
            </a:r>
            <a:r>
              <a:rPr dirty="0"/>
              <a:t> (Dream Jobs):</a:t>
            </a:r>
          </a:p>
          <a:p>
            <a:r>
              <a:rPr dirty="0"/>
              <a:t>・YouTuber</a:t>
            </a:r>
          </a:p>
          <a:p>
            <a:r>
              <a:rPr dirty="0"/>
              <a:t>・</a:t>
            </a:r>
            <a:r>
              <a:rPr dirty="0" err="1"/>
              <a:t>マンガか</a:t>
            </a:r>
            <a:endParaRPr dirty="0"/>
          </a:p>
          <a:p>
            <a:r>
              <a:rPr dirty="0"/>
              <a:t>・</a:t>
            </a:r>
            <a:r>
              <a:rPr dirty="0" err="1"/>
              <a:t>アイドル</a:t>
            </a:r>
            <a:endParaRPr dirty="0"/>
          </a:p>
          <a:p>
            <a:r>
              <a:rPr dirty="0"/>
              <a:t>・</a:t>
            </a:r>
            <a:r>
              <a:rPr dirty="0" err="1"/>
              <a:t>プロゲーマ</a:t>
            </a:r>
            <a:r>
              <a:rPr dirty="0"/>
              <a:t>ー</a:t>
            </a:r>
          </a:p>
          <a:p>
            <a:endParaRPr dirty="0"/>
          </a:p>
          <a:p>
            <a:r>
              <a:rPr dirty="0" err="1"/>
              <a:t>げんじつてきなしごと</a:t>
            </a:r>
            <a:r>
              <a:rPr dirty="0"/>
              <a:t> (Realistic Jobs):</a:t>
            </a:r>
          </a:p>
          <a:p>
            <a:r>
              <a:rPr dirty="0"/>
              <a:t>・</a:t>
            </a:r>
            <a:r>
              <a:rPr dirty="0" err="1"/>
              <a:t>せんせい</a:t>
            </a:r>
            <a:endParaRPr dirty="0"/>
          </a:p>
          <a:p>
            <a:r>
              <a:rPr dirty="0"/>
              <a:t>・</a:t>
            </a:r>
            <a:r>
              <a:rPr dirty="0" err="1"/>
              <a:t>かいしゃいん</a:t>
            </a:r>
            <a:endParaRPr dirty="0"/>
          </a:p>
          <a:p>
            <a:r>
              <a:rPr dirty="0"/>
              <a:t>・</a:t>
            </a:r>
            <a:r>
              <a:rPr dirty="0" err="1"/>
              <a:t>エンジニア</a:t>
            </a:r>
            <a:endParaRPr dirty="0"/>
          </a:p>
          <a:p>
            <a:r>
              <a:rPr dirty="0"/>
              <a:t>・</a:t>
            </a:r>
            <a:r>
              <a:rPr dirty="0" err="1"/>
              <a:t>かんごし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いちばん そんけいされる しごと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日本：</a:t>
            </a:r>
          </a:p>
          <a:p>
            <a:r>
              <a:t>・いしゃ (Doctor)</a:t>
            </a:r>
          </a:p>
          <a:p>
            <a:r>
              <a:t>・こうむいん (Public Servant)</a:t>
            </a:r>
          </a:p>
          <a:p>
            <a:r>
              <a:t>・せんせい (Teacher)</a:t>
            </a:r>
          </a:p>
          <a:p>
            <a:endParaRPr/>
          </a:p>
          <a:p>
            <a:r>
              <a:t>オーストラリア：</a:t>
            </a:r>
          </a:p>
          <a:p>
            <a:r>
              <a:t>・はかせ (Doctor)</a:t>
            </a:r>
          </a:p>
          <a:p>
            <a:r>
              <a:t>・かしょうし (Nurse)</a:t>
            </a:r>
          </a:p>
          <a:p>
            <a:r>
              <a:t>・きょうし (Teacher)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ふしぎな しごと：ほんとう？うそ？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・プロねむりん (Professional Sleeper)</a:t>
            </a:r>
          </a:p>
          <a:p>
            <a:r>
              <a:t>・フードテイスター (Food Taster)</a:t>
            </a:r>
          </a:p>
          <a:p>
            <a:r>
              <a:t>・ユーチューバー (YouTuber)</a:t>
            </a:r>
          </a:p>
          <a:p>
            <a:r>
              <a:t>・まんがほんやくしゃ (Manga Translator)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520</Words>
  <Application>Microsoft Office PowerPoint</Application>
  <PresentationFormat>Widescreen</PresentationFormat>
  <Paragraphs>97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NtMotoyaKyotai</vt:lpstr>
      <vt:lpstr>Aptos</vt:lpstr>
      <vt:lpstr>Aptos Display</vt:lpstr>
      <vt:lpstr>Arial</vt:lpstr>
      <vt:lpstr>Office Theme</vt:lpstr>
      <vt:lpstr>しごと 仕事</vt:lpstr>
      <vt:lpstr>人気のアルバイト（日本） Top Part-Time Jobs in Japan (2025)</vt:lpstr>
      <vt:lpstr>人気のアルバイト（オーストラリア）Top Part-Time Jobs in Australia (2025)</vt:lpstr>
      <vt:lpstr>人気のしごと（オーストラリア高校生）Desirable Jobs for Aussie Students (2025)</vt:lpstr>
      <vt:lpstr>人気のしごと（日本の高校生）Desirable Jobs for Japanese Students (2025)</vt:lpstr>
      <vt:lpstr>未来の仕事 Jobs of the Future</vt:lpstr>
      <vt:lpstr>ゆめのしごと vs げんじつてきなしごと</vt:lpstr>
      <vt:lpstr>いちばん そんけいされる しごと</vt:lpstr>
      <vt:lpstr>ふしぎな しごと：ほんとう？うそ？</vt:lpstr>
    </vt:vector>
  </TitlesOfParts>
  <Company>Kew High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CERINI</dc:creator>
  <cp:lastModifiedBy>Andrew CERINI</cp:lastModifiedBy>
  <cp:revision>2</cp:revision>
  <dcterms:created xsi:type="dcterms:W3CDTF">2024-07-15T12:31:21Z</dcterms:created>
  <dcterms:modified xsi:type="dcterms:W3CDTF">2025-06-24T11:52:53Z</dcterms:modified>
</cp:coreProperties>
</file>