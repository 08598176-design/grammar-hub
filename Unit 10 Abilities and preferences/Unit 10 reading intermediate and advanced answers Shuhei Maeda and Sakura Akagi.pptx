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DAE96-79A3-4991-9A20-C9EFCBE16298}" type="datetimeFigureOut">
              <a:rPr lang="en-AU" smtClean="0"/>
              <a:t>31/07/2018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9ED95-BFFC-4924-B783-5FE610E6B8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563571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DAE96-79A3-4991-9A20-C9EFCBE16298}" type="datetimeFigureOut">
              <a:rPr lang="en-AU" smtClean="0"/>
              <a:t>31/07/2018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9ED95-BFFC-4924-B783-5FE610E6B8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615853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DAE96-79A3-4991-9A20-C9EFCBE16298}" type="datetimeFigureOut">
              <a:rPr lang="en-AU" smtClean="0"/>
              <a:t>31/07/2018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9ED95-BFFC-4924-B783-5FE610E6B8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82768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DAE96-79A3-4991-9A20-C9EFCBE16298}" type="datetimeFigureOut">
              <a:rPr lang="en-AU" smtClean="0"/>
              <a:t>31/07/2018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9ED95-BFFC-4924-B783-5FE610E6B8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8004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DAE96-79A3-4991-9A20-C9EFCBE16298}" type="datetimeFigureOut">
              <a:rPr lang="en-AU" smtClean="0"/>
              <a:t>31/07/2018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9ED95-BFFC-4924-B783-5FE610E6B8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804342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DAE96-79A3-4991-9A20-C9EFCBE16298}" type="datetimeFigureOut">
              <a:rPr lang="en-AU" smtClean="0"/>
              <a:t>31/07/2018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9ED95-BFFC-4924-B783-5FE610E6B8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88510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DAE96-79A3-4991-9A20-C9EFCBE16298}" type="datetimeFigureOut">
              <a:rPr lang="en-AU" smtClean="0"/>
              <a:t>31/07/2018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9ED95-BFFC-4924-B783-5FE610E6B8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550537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DAE96-79A3-4991-9A20-C9EFCBE16298}" type="datetimeFigureOut">
              <a:rPr lang="en-AU" smtClean="0"/>
              <a:t>31/07/2018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9ED95-BFFC-4924-B783-5FE610E6B8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81303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DAE96-79A3-4991-9A20-C9EFCBE16298}" type="datetimeFigureOut">
              <a:rPr lang="en-AU" smtClean="0"/>
              <a:t>31/07/2018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9ED95-BFFC-4924-B783-5FE610E6B8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744501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DAE96-79A3-4991-9A20-C9EFCBE16298}" type="datetimeFigureOut">
              <a:rPr lang="en-AU" smtClean="0"/>
              <a:t>31/07/2018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9ED95-BFFC-4924-B783-5FE610E6B8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568446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DAE96-79A3-4991-9A20-C9EFCBE16298}" type="datetimeFigureOut">
              <a:rPr lang="en-AU" smtClean="0"/>
              <a:t>31/07/2018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9ED95-BFFC-4924-B783-5FE610E6B8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424636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9DAE96-79A3-4991-9A20-C9EFCBE16298}" type="datetimeFigureOut">
              <a:rPr lang="en-AU" smtClean="0"/>
              <a:t>31/07/2018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99ED95-BFFC-4924-B783-5FE610E6B8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050355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046" y="217714"/>
            <a:ext cx="4632960" cy="6357257"/>
          </a:xfrm>
        </p:spPr>
        <p:txBody>
          <a:bodyPr/>
          <a:lstStyle/>
          <a:p>
            <a:r>
              <a:rPr lang="en-AU" dirty="0" smtClean="0"/>
              <a:t>Sakura </a:t>
            </a:r>
            <a:r>
              <a:rPr lang="en-AU" dirty="0" err="1" smtClean="0"/>
              <a:t>Akagi</a:t>
            </a:r>
            <a:endParaRPr lang="en-AU" dirty="0" smtClean="0"/>
          </a:p>
          <a:p>
            <a:r>
              <a:rPr lang="en-AU" dirty="0" smtClean="0"/>
              <a:t>17</a:t>
            </a:r>
          </a:p>
          <a:p>
            <a:r>
              <a:rPr lang="en-AU" dirty="0" smtClean="0"/>
              <a:t>SHS 2</a:t>
            </a:r>
            <a:r>
              <a:rPr lang="en-AU" baseline="30000" dirty="0" smtClean="0"/>
              <a:t>nd</a:t>
            </a:r>
            <a:r>
              <a:rPr lang="en-AU" dirty="0" smtClean="0"/>
              <a:t> year</a:t>
            </a:r>
          </a:p>
          <a:p>
            <a:r>
              <a:rPr lang="en-AU" dirty="0" smtClean="0"/>
              <a:t>Sport, Netball training, teaching basketball</a:t>
            </a:r>
          </a:p>
          <a:p>
            <a:r>
              <a:rPr lang="en-AU" dirty="0" smtClean="0"/>
              <a:t>Netball training</a:t>
            </a:r>
          </a:p>
          <a:p>
            <a:r>
              <a:rPr lang="en-AU" dirty="0" smtClean="0"/>
              <a:t>Dunking and passing</a:t>
            </a:r>
          </a:p>
          <a:p>
            <a:r>
              <a:rPr lang="en-AU" dirty="0" smtClean="0"/>
              <a:t>Basketball coach</a:t>
            </a:r>
          </a:p>
          <a:p>
            <a:r>
              <a:rPr lang="en-AU" dirty="0" smtClean="0"/>
              <a:t>No netball team</a:t>
            </a:r>
          </a:p>
          <a:p>
            <a:r>
              <a:rPr lang="en-AU" dirty="0" smtClean="0"/>
              <a:t>Likes teaching basketball</a:t>
            </a:r>
          </a:p>
          <a:p>
            <a:pPr marL="0" indent="0">
              <a:buNone/>
            </a:pPr>
            <a:endParaRPr lang="en-AU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6439989" y="326571"/>
            <a:ext cx="4632960" cy="63572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dirty="0" err="1" smtClean="0"/>
              <a:t>Shuhei</a:t>
            </a:r>
            <a:r>
              <a:rPr lang="en-AU" dirty="0" smtClean="0"/>
              <a:t> Maeda</a:t>
            </a:r>
          </a:p>
          <a:p>
            <a:r>
              <a:rPr lang="en-AU" dirty="0" smtClean="0"/>
              <a:t>21</a:t>
            </a:r>
          </a:p>
          <a:p>
            <a:r>
              <a:rPr lang="en-AU" dirty="0" err="1" smtClean="0"/>
              <a:t>Uni</a:t>
            </a:r>
            <a:r>
              <a:rPr lang="en-AU" dirty="0" smtClean="0"/>
              <a:t> 3</a:t>
            </a:r>
            <a:r>
              <a:rPr lang="en-AU" baseline="30000" dirty="0" smtClean="0"/>
              <a:t>rd</a:t>
            </a:r>
            <a:r>
              <a:rPr lang="en-AU" dirty="0" smtClean="0"/>
              <a:t> year</a:t>
            </a:r>
          </a:p>
          <a:p>
            <a:r>
              <a:rPr lang="en-AU" dirty="0" smtClean="0"/>
              <a:t>History, English, loves reading books, kind of likes Japanese movies</a:t>
            </a:r>
          </a:p>
          <a:p>
            <a:r>
              <a:rPr lang="en-AU" dirty="0" smtClean="0"/>
              <a:t>Reading English books</a:t>
            </a:r>
          </a:p>
          <a:p>
            <a:r>
              <a:rPr lang="en-AU" dirty="0" smtClean="0"/>
              <a:t>Speaking English</a:t>
            </a:r>
          </a:p>
          <a:p>
            <a:r>
              <a:rPr lang="en-AU" dirty="0" smtClean="0"/>
              <a:t>English tutor</a:t>
            </a:r>
          </a:p>
          <a:p>
            <a:r>
              <a:rPr lang="en-AU" dirty="0" smtClean="0"/>
              <a:t>Good at reading  English</a:t>
            </a:r>
          </a:p>
          <a:p>
            <a:r>
              <a:rPr lang="en-AU" dirty="0" smtClean="0"/>
              <a:t>Likes English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30547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046" y="217714"/>
            <a:ext cx="4632960" cy="6357257"/>
          </a:xfrm>
        </p:spPr>
        <p:txBody>
          <a:bodyPr/>
          <a:lstStyle/>
          <a:p>
            <a:r>
              <a:rPr lang="en-AU" dirty="0" smtClean="0"/>
              <a:t>Akiko Honda</a:t>
            </a:r>
            <a:endParaRPr lang="en-AU" dirty="0" smtClean="0"/>
          </a:p>
          <a:p>
            <a:r>
              <a:rPr lang="en-US" dirty="0" smtClean="0"/>
              <a:t>15</a:t>
            </a:r>
            <a:endParaRPr lang="en-AU" dirty="0" smtClean="0"/>
          </a:p>
          <a:p>
            <a:r>
              <a:rPr lang="en-AU" dirty="0" smtClean="0"/>
              <a:t>JHS 3</a:t>
            </a:r>
            <a:r>
              <a:rPr lang="en-AU" baseline="30000" dirty="0" smtClean="0"/>
              <a:t>rd</a:t>
            </a:r>
            <a:r>
              <a:rPr lang="en-AU" dirty="0" smtClean="0"/>
              <a:t> year</a:t>
            </a:r>
            <a:endParaRPr lang="en-AU" dirty="0" smtClean="0"/>
          </a:p>
          <a:p>
            <a:r>
              <a:rPr lang="en-AU" dirty="0" smtClean="0"/>
              <a:t>Maths, sport</a:t>
            </a:r>
            <a:endParaRPr lang="en-AU" dirty="0" smtClean="0"/>
          </a:p>
          <a:p>
            <a:r>
              <a:rPr lang="en-AU" dirty="0" smtClean="0"/>
              <a:t>tournaments</a:t>
            </a:r>
            <a:endParaRPr lang="en-AU" dirty="0" smtClean="0"/>
          </a:p>
          <a:p>
            <a:r>
              <a:rPr lang="en-AU" dirty="0" smtClean="0"/>
              <a:t>Good at tournaments, teaching judo</a:t>
            </a:r>
            <a:endParaRPr lang="en-AU" dirty="0" smtClean="0"/>
          </a:p>
          <a:p>
            <a:r>
              <a:rPr lang="en-AU" dirty="0" smtClean="0"/>
              <a:t>Judo instructor</a:t>
            </a:r>
            <a:endParaRPr lang="en-AU" dirty="0" smtClean="0"/>
          </a:p>
          <a:p>
            <a:pPr lvl="1"/>
            <a:r>
              <a:rPr lang="en-AU" dirty="0" smtClean="0"/>
              <a:t>Can teach judo</a:t>
            </a:r>
            <a:endParaRPr lang="en-AU" dirty="0" smtClean="0"/>
          </a:p>
          <a:p>
            <a:pPr lvl="1"/>
            <a:r>
              <a:rPr lang="en-AU" dirty="0" smtClean="0"/>
              <a:t>Likes judo training</a:t>
            </a:r>
          </a:p>
          <a:p>
            <a:pPr lvl="1"/>
            <a:r>
              <a:rPr lang="en-AU" dirty="0" smtClean="0"/>
              <a:t>Is good at judo tournaments</a:t>
            </a:r>
            <a:endParaRPr lang="en-AU" dirty="0" smtClean="0"/>
          </a:p>
          <a:p>
            <a:pPr marL="0" indent="0">
              <a:buNone/>
            </a:pPr>
            <a:endParaRPr lang="en-AU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6439989" y="326571"/>
            <a:ext cx="4632960" cy="635725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dirty="0" smtClean="0"/>
              <a:t>Yasushi Yamamoto</a:t>
            </a:r>
            <a:endParaRPr lang="en-AU" dirty="0" smtClean="0"/>
          </a:p>
          <a:p>
            <a:r>
              <a:rPr lang="en-AU" dirty="0" smtClean="0"/>
              <a:t>20</a:t>
            </a:r>
            <a:endParaRPr lang="en-AU" dirty="0" smtClean="0"/>
          </a:p>
          <a:p>
            <a:r>
              <a:rPr lang="en-AU" dirty="0" err="1" smtClean="0"/>
              <a:t>Uni</a:t>
            </a:r>
            <a:r>
              <a:rPr lang="en-AU" dirty="0" smtClean="0"/>
              <a:t> 2</a:t>
            </a:r>
            <a:r>
              <a:rPr lang="en-AU" baseline="30000" dirty="0" smtClean="0"/>
              <a:t>nd</a:t>
            </a:r>
            <a:r>
              <a:rPr lang="en-AU" dirty="0" smtClean="0"/>
              <a:t> Year</a:t>
            </a:r>
            <a:endParaRPr lang="en-AU" dirty="0" smtClean="0"/>
          </a:p>
          <a:p>
            <a:r>
              <a:rPr lang="en-AU" dirty="0" smtClean="0"/>
              <a:t>Like maths, </a:t>
            </a:r>
            <a:r>
              <a:rPr lang="en-AU" dirty="0" smtClean="0"/>
              <a:t>English, loves reading </a:t>
            </a:r>
            <a:r>
              <a:rPr lang="en-AU" dirty="0" smtClean="0"/>
              <a:t>Japanese manga (but not books), Japanese anime</a:t>
            </a:r>
          </a:p>
          <a:p>
            <a:r>
              <a:rPr lang="en-AU" dirty="0" smtClean="0"/>
              <a:t>Reading </a:t>
            </a:r>
            <a:r>
              <a:rPr lang="en-AU" dirty="0" smtClean="0"/>
              <a:t>English </a:t>
            </a:r>
            <a:r>
              <a:rPr lang="en-AU" dirty="0" smtClean="0"/>
              <a:t>manga</a:t>
            </a:r>
            <a:endParaRPr lang="en-AU" dirty="0" smtClean="0"/>
          </a:p>
          <a:p>
            <a:r>
              <a:rPr lang="en-AU" dirty="0" smtClean="0"/>
              <a:t>(Maths is difficult), drawing pictures, speaking English</a:t>
            </a:r>
            <a:endParaRPr lang="en-AU" dirty="0" smtClean="0"/>
          </a:p>
          <a:p>
            <a:r>
              <a:rPr lang="en-AU" dirty="0" smtClean="0"/>
              <a:t>Manga publishing assistant</a:t>
            </a:r>
            <a:endParaRPr lang="en-AU" dirty="0" smtClean="0"/>
          </a:p>
          <a:p>
            <a:pPr lvl="1"/>
            <a:r>
              <a:rPr lang="en-AU" dirty="0" smtClean="0"/>
              <a:t>Loves manga and anime</a:t>
            </a:r>
            <a:endParaRPr lang="en-AU" dirty="0" smtClean="0"/>
          </a:p>
          <a:p>
            <a:pPr lvl="1"/>
            <a:r>
              <a:rPr lang="en-AU" dirty="0" smtClean="0"/>
              <a:t>Is good at reading English manga??</a:t>
            </a:r>
          </a:p>
          <a:p>
            <a:pPr lvl="1"/>
            <a:r>
              <a:rPr lang="en-AU" dirty="0" smtClean="0"/>
              <a:t>Wants to write English manga in the future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05680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833</TotalTime>
  <Words>144</Words>
  <Application>Microsoft Office PowerPoint</Application>
  <PresentationFormat>Widescreen</PresentationFormat>
  <Paragraphs>38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>Kew High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CERINI, Andrew</dc:creator>
  <cp:lastModifiedBy>CERINI, Andrew</cp:lastModifiedBy>
  <cp:revision>5</cp:revision>
  <dcterms:created xsi:type="dcterms:W3CDTF">2018-07-27T02:09:13Z</dcterms:created>
  <dcterms:modified xsi:type="dcterms:W3CDTF">2018-07-31T14:09:49Z</dcterms:modified>
</cp:coreProperties>
</file>